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TPCY4dgRpkQF2qBdsWXK6UiDX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3e97be0d7b85c13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3e97be0d7b85c1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3e97be0d7b85c13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3e97be0d7b85c1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74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68680" y="132588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SEGUIMIENTO DEL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33756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4D5E8"/>
                </a:solidFill>
                <a:latin typeface="Arial"/>
                <a:ea typeface="Arial"/>
                <a:cs typeface="Arial"/>
                <a:sym typeface="Arial"/>
              </a:rPr>
              <a:t>Problemáticas, organización y planificación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52578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4D5E8"/>
                </a:solidFill>
                <a:latin typeface="Arial"/>
                <a:ea typeface="Arial"/>
                <a:cs typeface="Arial"/>
                <a:sym typeface="Arial"/>
              </a:rPr>
              <a:t>Estado actual del desarrollo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6263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4D5E8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Problemáticas técnicas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58368" y="1115568"/>
            <a:ext cx="1051560" cy="64008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Se detectaron redundancias y errores en la base de datos.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Estas dificultades retrasaban el desarrollo de las interfaces y el trabajo relacionado con la programación orientada a objetos (POO).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Se corrigieron mediante la incorporación de algunos triggers y la eliminación de tablas redundantes.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Organización del repositorio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58368" y="1115568"/>
            <a:ext cx="1051560" cy="64008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822960" y="1353312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El equipo utiliza un repositorio de GitHub dividido en áreas para organizar el trabajo y controlar las versiones.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22960" y="2423160"/>
            <a:ext cx="5074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024128" y="25877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769A5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2331720" y="2560320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Rama principal del proyecto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309360" y="2423160"/>
            <a:ext cx="5074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510528" y="2587752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79D94"/>
                </a:solidFill>
                <a:latin typeface="Arial"/>
                <a:ea typeface="Arial"/>
                <a:cs typeface="Arial"/>
                <a:sym typeface="Arial"/>
              </a:rPr>
              <a:t>DEV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818120" y="2560320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Desarrollo: BDD · POO · Proyecto Informático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22960" y="3931920"/>
            <a:ext cx="5074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024128" y="4096511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07C9E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331720" y="4069080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Versiones definitivas: BDD · POO · Proyecto Informático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309360" y="3931920"/>
            <a:ext cx="50749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510528" y="4096511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C893E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7818120" y="4069080"/>
            <a:ext cx="3337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Análisis · Redes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Carpetas de trabajo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58368" y="1115568"/>
            <a:ext cx="1051560" cy="64008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22960" y="1353312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El repositorio también incluye carpetas individuales y una carpeta compartida para centralizar el material.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822960" y="2423160"/>
            <a:ext cx="333756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7552" y="26334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Ariadna Perreault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526280" y="2423160"/>
            <a:ext cx="333756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690872" y="26334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Matías Adán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229600" y="2423160"/>
            <a:ext cx="333756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8394192" y="263347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Emilio Fernández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22960" y="3657600"/>
            <a:ext cx="333756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987552" y="38679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Federico Tamburelli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526280" y="3657600"/>
            <a:ext cx="3337560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690872" y="38679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Benjamín Montiel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434840" y="5074920"/>
            <a:ext cx="3337560" cy="822960"/>
          </a:xfrm>
          <a:prstGeom prst="roundRect">
            <a:avLst>
              <a:gd fmla="val 16667" name="adj"/>
            </a:avLst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617720" y="53218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CARPETA GRUPAL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Sprints: dificultades actuales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58368" y="1115568"/>
            <a:ext cx="1051560" cy="64008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La planificación y ejecución de los sprints presentó dificultades por distintos motivos.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Las consignas y respuestas de los gestores del proyecto no siempre son lo suficientemente precisas.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Esto complica la organización de las tareas y repercute en el avance general.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Por el momento, todavía no se logró resolver esta situación.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Gestión del backlog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58368" y="1115568"/>
            <a:ext cx="1051560" cy="64008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22960" y="1691640"/>
            <a:ext cx="507492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143000" y="20574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769A5"/>
                </a:solidFill>
                <a:latin typeface="Arial"/>
                <a:ea typeface="Arial"/>
                <a:cs typeface="Arial"/>
                <a:sym typeface="Arial"/>
              </a:rPr>
              <a:t>¿Qué hacemos?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1143000" y="2788920"/>
            <a:ext cx="4389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Registramos y asignamos las tareas que consideramos posibles de realizar, junto con aquellas que sabemos que deben completarse.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263640" y="1691640"/>
            <a:ext cx="507492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2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6583679" y="20574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9D94"/>
                </a:solidFill>
                <a:latin typeface="Arial"/>
                <a:ea typeface="Arial"/>
                <a:cs typeface="Arial"/>
                <a:sym typeface="Arial"/>
              </a:rPr>
              <a:t>¿Para qué?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6583679" y="2788920"/>
            <a:ext cx="4389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Para mantener las actividades identificadas y organizadas, y contar con una referencia de las tareas pendientes del proyecto.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h3e97be0d7b85c132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5" cy="540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192743"/>
                </a:solidFill>
                <a:latin typeface="Arial"/>
                <a:ea typeface="Arial"/>
                <a:cs typeface="Arial"/>
                <a:sym typeface="Arial"/>
              </a:rPr>
              <a:t>Diagrama de Gantt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58368" y="1115568"/>
            <a:ext cx="1051560" cy="64008"/>
          </a:xfrm>
          <a:prstGeom prst="rect">
            <a:avLst/>
          </a:prstGeom>
          <a:solidFill>
            <a:srgbClr val="279D9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9692640" y="502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822950" y="1508750"/>
            <a:ext cx="93825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El diagrama de Gantt se encuentra en desarrollo y se actualiza de manera constante.</a:t>
            </a:r>
            <a:endParaRPr sz="22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La falta de una lista de tareas definida desde el inicio dificulta construir una planificación estable y práctica.</a:t>
            </a:r>
            <a:endParaRPr sz="22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D3441"/>
                </a:solidFill>
                <a:latin typeface="Arial"/>
                <a:ea typeface="Arial"/>
                <a:cs typeface="Arial"/>
                <a:sym typeface="Arial"/>
              </a:rPr>
              <a:t>Por eso, el cronograma se ajusta a medida que se confirman las actividades que deben realizarse.</a:t>
            </a:r>
            <a:endParaRPr sz="2200"/>
          </a:p>
        </p:txBody>
      </p:sp>
      <p:sp>
        <p:nvSpPr>
          <p:cNvPr id="181" name="Google Shape;181;p7"/>
          <p:cNvSpPr txBox="1"/>
          <p:nvPr/>
        </p:nvSpPr>
        <p:spPr>
          <a:xfrm>
            <a:off x="685800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PROYECTO INTEGRADOR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9738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h3e97be0d7b85c13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3" cy="4854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74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/>
        </p:nvSpPr>
        <p:spPr>
          <a:xfrm>
            <a:off x="822960" y="73152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79D94"/>
                </a:solidFill>
                <a:latin typeface="Arial"/>
                <a:ea typeface="Arial"/>
                <a:cs typeface="Arial"/>
                <a:sym typeface="Arial"/>
              </a:rPr>
              <a:t>EN SÍNTESIS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Avances y próximos desafíos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914400" y="2743200"/>
            <a:ext cx="102412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resolvieron problemas de estructura en la base de datos.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repositorio permite distribuir el trabajo por áreas y carpetas.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planificación de sprints, el backlog y el Gantt siguen ajustándose según la definición de tareas.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868680" y="59893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36575" spcFirstLastPara="1" rIns="36575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79D94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